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	 			   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id="2147483649"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/Relationships>



































































































  		    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	  		   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
























































	 	     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
























































    	   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
























































	       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
























































	  	    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
























































   		   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
























































	 		    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
























































  			   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
























































	 	 	   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
























































  	     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























































	  	    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























































        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























































  			   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























































	 	 	   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1143000"/>
            <a:ext cx="5486400" cy="5029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 xml:space="preserve">开场 30 秒：我们做了两件事——搭好 JUnit 5 + JaCoCo 环境；然后用它比一比四种测试用例（我们自己写的、仓库自带的、两个大模型生成的）到底谁更好。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1143000"/>
            <a:ext cx="5486400" cy="5029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 xml:space="preserve">一页说清作业要求，别超过 40 秒。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1143000"/>
            <a:ext cx="5486400" cy="5029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 xml:space="preserve">重点讲 JaCoCo 能告诉我们什么：哪些行没跑过、哪些分支只走了一半。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1143000"/>
            <a:ext cx="5486400" cy="5029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 xml:space="preserve">如果被问「为什么不用 Python」，答：Java 加插件就能统计覆盖率，四组测试能放在同一个工程里跑，最好对比。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1143000"/>
            <a:ext cx="5486400" cy="5029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 xml:space="preserve">现场如果能开电脑，展示一下 target/site/jacoco/index.html 那个页面，比念稿强。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1143000"/>
            <a:ext cx="5486400" cy="5029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 xml:space="preserve">把案例清单表打印一份带过去。如果问「为什么只选 20 个」，答 20 是要求下限，我们优先保证每个案例都能跑得通。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1143000"/>
            <a:ext cx="5486400" cy="5029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 xml:space="preserve">这一页是答辩最容易被追问的：一定要说清楚「大模型没看过原测试」和「输出没改过」。这两句一模糊，整个实验就不算数了。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1143000"/>
            <a:ext cx="5486400" cy="5029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 xml:space="preserve">别展开公式。老师只想知道「你怎么算的」，不需要看推导。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1143000"/>
            <a:ext cx="5486400" cy="5029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 xml:space="preserve">现场可以展示一段大模型编错的代码（调用了不存在的方法），很直观。具体数字答辩前填。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1143000"/>
            <a:ext cx="5486400" cy="5029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 xml:space="preserve">重点讲「差距很大」这一点，比只报平均分有意思。具体数字答辩前填。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1143000"/>
            <a:ext cx="5486400" cy="5029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 xml:space="preserve">这一页给出一个实用结论，比单纯比高低好听。具体数字答辩前填。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1143000"/>
            <a:ext cx="5486400" cy="5029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 xml:space="preserve">主动说不足，省得被追问。最后一句「大模型可能见过」一定要说，这是最容易想到的漏洞。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1143000"/>
            <a:ext cx="5486400" cy="5029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 xml:space="preserve">30 秒讲完，别背人名。如果问「有没有人划水」，直接出示 git 提交统计。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  	 	   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


























































  		    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4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Notes" Type="http://schemas.openxmlformats.org/officeDocument/2006/relationships/notesSlide" Target="../notesSlides/notesSlide1.xml"/></Relationships>









































    	   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Notes" Type="http://schemas.openxmlformats.org/officeDocument/2006/relationships/notesSlide" Target="../notesSlides/notesSlide2.xml"/></Relationships>









































	 	 	   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Notes" Type="http://schemas.openxmlformats.org/officeDocument/2006/relationships/notesSlide" Target="../notesSlides/notesSlide3.xml"/></Relationships>









































   	    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Notes" Type="http://schemas.openxmlformats.org/officeDocument/2006/relationships/notesSlide" Target="../notesSlides/notesSlide4.xml"/></Relationships>









































	 	 	   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Notes" Type="http://schemas.openxmlformats.org/officeDocument/2006/relationships/notesSlide" Target="../notesSlides/notesSlide5.xml"/></Relationships>









































   	    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Notes" Type="http://schemas.openxmlformats.org/officeDocument/2006/relationships/notesSlide" Target="../notesSlides/notesSlide6.xml"/></Relationships>









































	 		    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Notes" Type="http://schemas.openxmlformats.org/officeDocument/2006/relationships/notesSlide" Target="../notesSlides/notesSlide7.xml"/></Relationships>









































    	   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Notes" Type="http://schemas.openxmlformats.org/officeDocument/2006/relationships/notesSlide" Target="../notesSlides/notesSlide8.xml"/></Relationships>









































	  	    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Notes" Type="http://schemas.openxmlformats.org/officeDocument/2006/relationships/notesSlide" Target="../notesSlides/notesSlide9.xml"/></Relationships>









































  	 	   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Notes" Type="http://schemas.openxmlformats.org/officeDocument/2006/relationships/notesSlide" Target="../notesSlides/notesSlide10.xml"/></Relationships>








































  	     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Notes" Type="http://schemas.openxmlformats.org/officeDocument/2006/relationships/notesSlide" Target="../notesSlides/notesSlide11.xml"/></Relationships>








































  		    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Notes" Type="http://schemas.openxmlformats.org/officeDocument/2006/relationships/notesSlide" Target="../notesSlides/notesSlide12.xml"/></Relationships>








































	   	   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Notes" Type="http://schemas.openxmlformats.org/officeDocument/2006/relationships/notesSlide" Target="../notesSlides/notesSlide13.xml"/></Relationships>








































	  		   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1097280"/>
            <a:ext cx="10543032" cy="109728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1F3864"/>
                </a:solidFill>
              </a:rPr>
              <a:t xml:space="preserve">单元测试框架与覆盖率分析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822960" y="2468880"/>
            <a:ext cx="10543032" cy="64008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1800" b="0" dirty="0">
                <a:solidFill>
                  <a:srgbClr val="1F3864"/>
                </a:solidFill>
              </a:rPr>
              <a:t xml:space="preserve">课题 2：单元测试框架与覆盖率分析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2960" y="3200400"/>
            <a:ext cx="10543032" cy="64008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1800" b="0" dirty="0">
                <a:solidFill>
                  <a:srgbClr val="1F3864"/>
                </a:solidFill>
              </a:rPr>
              <a:t xml:space="preserve">JUnit 5 + JaCoCo 环境搭建与四组测试用例对比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22960" y="3931920"/>
            <a:ext cx="10543032" cy="64008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1800" b="0" dirty="0">
                <a:solidFill>
                  <a:srgbClr val="1F3864"/>
                </a:solidFill>
              </a:rPr>
              <a:t xml:space="preserve">数据集：TheAlgorithms/Java，20 个案例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22960" y="4663440"/>
            <a:ext cx="10543032" cy="64008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1800" b="0" dirty="0">
                <a:solidFill>
                  <a:srgbClr val="1F3864"/>
                </a:solidFill>
              </a:rPr>
              <a:t xml:space="preserve">小组：P1 P2 P3 P4 P5 P6 P7 P8　｜　2026.10.30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320040"/>
            <a:ext cx="10543032" cy="8229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1F3864"/>
                </a:solidFill>
              </a:rPr>
              <a:t xml:space="preserve">我们要做什么</a:t>
            </a:r>
          </a:p>
        </p:txBody>
      </p:sp>
      <p:sp>
        <p:nvSpPr>
          <p:cNvPr id="3" name="Bullets 3"/>
          <p:cNvSpPr txBox="1"/>
          <p:nvPr/>
        </p:nvSpPr>
        <p:spPr>
          <a:xfrm>
            <a:off x="822960" y="1371600"/>
            <a:ext cx="10543032" cy="2743200"/>
          </a:xfrm>
          <a:prstGeom prst="rect">
            <a:avLst/>
          </a:prstGeom>
        </p:spPr>
        <p:txBody>
          <a:bodyPr wrap="square" rtlCol="0"/>
          <a:lstStyle/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要求一 工具调研：看看 Java、Python、C++ 各用什么工具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要求二 工具实操：把 JUnit 5 + JaCoCo 环境搭起来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要求三 案例选取：从 TheAlgorithms/Java 挑 20 个类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要求四 对照实验：四种测试用例比规模、冗余、可编译性、覆盖率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我们的重点在要求四——前三个要求都是为它服务的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320040"/>
            <a:ext cx="10543032" cy="8229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1F3864"/>
                </a:solidFill>
              </a:rPr>
              <a:t xml:space="preserve">工具调研：Java</a:t>
            </a:r>
          </a:p>
        </p:txBody>
      </p:sp>
      <p:sp>
        <p:nvSpPr>
          <p:cNvPr id="3" name="Bullets 3"/>
          <p:cNvSpPr txBox="1"/>
          <p:nvPr/>
        </p:nvSpPr>
        <p:spPr>
          <a:xfrm>
            <a:off x="822960" y="1371600"/>
            <a:ext cx="10543032" cy="3291840"/>
          </a:xfrm>
          <a:prstGeom prst="rect">
            <a:avLst/>
          </a:prstGeom>
        </p:spPr>
        <p:txBody>
          <a:bodyPr wrap="square" rtlCol="0"/>
          <a:lstStyle/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测试框架：JUnit 5（目前 Java 主流），TestNG（用的少一些）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覆盖率：JaCoCo，报告里能看到每一行、每一个分支有没有被测到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断言工具：AssertJ、Hamcrest，写起来比原生 assert 方便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模拟对象：Mockito，用来模拟外部依赖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构建工具：Maven + Surefire 插件，一条命令跑全部测试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结论：Java 这边 JUnit 5 + JaCoCo 是标准搭配，我们直接用它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320040"/>
            <a:ext cx="10543032" cy="8229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1F3864"/>
                </a:solidFill>
              </a:rPr>
              <a:t xml:space="preserve">工具调研：Python 与 C++</a:t>
            </a:r>
          </a:p>
        </p:txBody>
      </p:sp>
      <p:sp>
        <p:nvSpPr>
          <p:cNvPr id="3" name="Bullets 3"/>
          <p:cNvSpPr txBox="1"/>
          <p:nvPr/>
        </p:nvSpPr>
        <p:spPr>
          <a:xfrm>
            <a:off x="822960" y="1371600"/>
            <a:ext cx="10543032" cy="2743200"/>
          </a:xfrm>
          <a:prstGeom prst="rect">
            <a:avLst/>
          </a:prstGeom>
        </p:spPr>
        <p:txBody>
          <a:bodyPr wrap="square" rtlCol="0"/>
          <a:lstStyle/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Python：pytest 做测试，coverage.py / pytest-cov 算覆盖率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C++：GoogleTest 和 Catch2 做测试，gcov / lcov 算覆盖率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三者的结构是一样的：一个测试框架 + 一个覆盖率工具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区别：C++ 要重新编译才能统计覆盖率，最麻烦；Python 跑的时候就能统计，最省事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Java 只需要加一个插件，不用改代码，所以我们选 Java 做实验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320040"/>
            <a:ext cx="10543032" cy="8229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1F3864"/>
                </a:solidFill>
              </a:rPr>
              <a:t xml:space="preserve">环境搭建：JUnit 5 + JaCoCo</a:t>
            </a:r>
          </a:p>
        </p:txBody>
      </p:sp>
      <p:sp>
        <p:nvSpPr>
          <p:cNvPr id="3" name="Bullets 3"/>
          <p:cNvSpPr txBox="1"/>
          <p:nvPr/>
        </p:nvSpPr>
        <p:spPr>
          <a:xfrm>
            <a:off x="822960" y="1371600"/>
            <a:ext cx="10543032" cy="3291840"/>
          </a:xfrm>
          <a:prstGeom prst="rect">
            <a:avLst/>
          </a:prstGeom>
        </p:spPr>
        <p:txBody>
          <a:bodyPr wrap="square" rtlCol="0"/>
          <a:lstStyle/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克隆 TheAlgorithms/Java，固定一个 commit，全组只跑这一版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仓库自带的 pom.xml 已配好 JUnit、AssertJ、JaCoCo 0.8.15，不用自己加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四组测试用类名后缀区分：ManualTest / DatasetTest / LlmATest / LlmBTest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跑一次 ./mvnw test 就能出报告，看 target/site/jacoco/index.html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报告里能直接看到每一个类的行覆盖率和分支覆盖率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只需改一处：去掉编译器参数 -Werror，否则任何警告都算编译失败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320040"/>
            <a:ext cx="10543032" cy="8229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1F3864"/>
                </a:solidFill>
              </a:rPr>
              <a:t xml:space="preserve">案例选取：20 个类</a:t>
            </a:r>
          </a:p>
        </p:txBody>
      </p:sp>
      <p:sp>
        <p:nvSpPr>
          <p:cNvPr id="3" name="Bullets 3"/>
          <p:cNvSpPr txBox="1"/>
          <p:nvPr/>
        </p:nvSpPr>
        <p:spPr>
          <a:xfrm>
            <a:off x="822960" y="1371600"/>
            <a:ext cx="10543032" cy="3291840"/>
          </a:xfrm>
          <a:prstGeom prst="rect">
            <a:avLst/>
          </a:prstGeom>
        </p:spPr>
        <p:txBody>
          <a:bodyPr wrap="square" rtlCol="0"/>
          <a:lstStyle/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来源：TheAlgorithms/Java，只挑同时满足下面几条的类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条件一：仓库里自带测试（不然没法对比）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条件二：逻辑不能太简单，也不能复杂到看不懂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条件三：不依赖网络、数据库、文件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条件四：不用随机数、不看当前时间（每次跑结果要一样）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最后选了 20 个，比如 GCD、二分查找、快速排序、凯撒密码等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320040"/>
            <a:ext cx="10543032" cy="8229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1F3864"/>
                </a:solidFill>
              </a:rPr>
              <a:t xml:space="preserve">实验设计：四组测试怎么比</a:t>
            </a:r>
          </a:p>
        </p:txBody>
      </p:sp>
      <p:sp>
        <p:nvSpPr>
          <p:cNvPr id="3" name="Bullets 3"/>
          <p:cNvSpPr txBox="1"/>
          <p:nvPr/>
        </p:nvSpPr>
        <p:spPr>
          <a:xfrm>
            <a:off x="822960" y="1371600"/>
            <a:ext cx="10543032" cy="3291840"/>
          </a:xfrm>
          <a:prstGeom prst="rect">
            <a:avLst/>
          </a:prstGeom>
        </p:spPr>
        <p:txBody>
          <a:bodyPr wrap="square" rtlCol="0"/>
          <a:lstStyle/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一共四组测试，每组 20 个测试类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A 人工写：两位同学各写 10 个，不看仓库自带的测试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B 仓库自带：直接拿原项目里的测试来用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C 和 D 两个大模型：用同一个提问模板生成，共 40 个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关键：大模型生成时只给它被测类的源码，不给原测试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关键：大模型生成的结果不管对不对都原样保留，不手改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320040"/>
            <a:ext cx="10543032" cy="8229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1F3864"/>
                </a:solidFill>
              </a:rPr>
              <a:t xml:space="preserve">四个指标怎么算</a:t>
            </a:r>
          </a:p>
        </p:txBody>
      </p:sp>
      <p:sp>
        <p:nvSpPr>
          <p:cNvPr id="3" name="Bullets 3"/>
          <p:cNvSpPr txBox="1"/>
          <p:nvPr/>
        </p:nvSpPr>
        <p:spPr>
          <a:xfrm>
            <a:off x="822960" y="1371600"/>
            <a:ext cx="10543032" cy="2743200"/>
          </a:xfrm>
          <a:prstGeom prst="rect">
            <a:avLst/>
          </a:prstGeom>
        </p:spPr>
        <p:txBody>
          <a:bodyPr wrap="square" rtlCol="0"/>
          <a:lstStyle/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规模：数 @Test 的个数（测试方法数）、数 assert 的次数（断言数）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可编译性：编得过的测试类 ÷ 总测试类，算成百分比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冗余性：两个测试方法代码很像（相似度 &gt; 0.8）就算重复，看占比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覆盖率：JaCoCo 报告里每个类的行覆盖率和分支覆盖率，20 个取平均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四个指标一个 Excel 表就装得下：横轴是四组，竖轴是四个指标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320040"/>
            <a:ext cx="10543032" cy="8229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1F3864"/>
                </a:solidFill>
              </a:rPr>
              <a:t xml:space="preserve">结果一：规模与可编译性</a:t>
            </a:r>
          </a:p>
        </p:txBody>
      </p:sp>
      <p:sp>
        <p:nvSpPr>
          <p:cNvPr id="3" name="Bullets 3"/>
          <p:cNvSpPr txBox="1"/>
          <p:nvPr/>
        </p:nvSpPr>
        <p:spPr>
          <a:xfrm>
            <a:off x="822960" y="1371600"/>
            <a:ext cx="10543032" cy="2743200"/>
          </a:xfrm>
          <a:prstGeom prst="rect">
            <a:avLst/>
          </a:prstGeom>
        </p:spPr>
        <p:txBody>
          <a:bodyPr wrap="square" rtlCol="0"/>
          <a:lstStyle/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规模：大模型组写的测试方法数是人工组的数倍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断言数：人工组每个方法平均断言多，大模型组方法多但每个方法断言少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可编译性：仓库自带和人工基本 100%，两个大模型都不到 100%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典型错误：大模型会编出被测类里根本不存在的方法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结论：写得多不等于写得好，先要把代码编得过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320040"/>
            <a:ext cx="10543032" cy="8229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1F3864"/>
                </a:solidFill>
              </a:rPr>
              <a:t xml:space="preserve">结果二：覆盖率</a:t>
            </a:r>
          </a:p>
        </p:txBody>
      </p:sp>
      <p:sp>
        <p:nvSpPr>
          <p:cNvPr id="3" name="Bullets 3"/>
          <p:cNvSpPr txBox="1"/>
          <p:nvPr/>
        </p:nvSpPr>
        <p:spPr>
          <a:xfrm>
            <a:off x="822960" y="1371600"/>
            <a:ext cx="10543032" cy="3291840"/>
          </a:xfrm>
          <a:prstGeom prst="rect">
            <a:avLst/>
          </a:prstGeom>
        </p:spPr>
        <p:txBody>
          <a:bodyPr wrap="square" rtlCol="0"/>
          <a:lstStyle/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行覆盖率：人工 ___%　｜　自带 ___%　｜　模型 A ___%　｜　模型 B ___%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分支覆盖率：人工 ___%　｜　自带 ___%　｜　模型 A ___%　｜　模型 B ___%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发现一：仓库自带的测试覆盖率反而经常最低，它更像示例而不是测试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发现二：大模型组平均分高，但不同案例之间差距很大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发现三：两个大模型之间的差距，比大模型和人工之间的差距小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结论：覆盖率受写测试的人（或模型）影响很大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320040"/>
            <a:ext cx="10543032" cy="8229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1F3864"/>
                </a:solidFill>
              </a:rPr>
              <a:t xml:space="preserve">结果三：冗余性</a:t>
            </a:r>
          </a:p>
        </p:txBody>
      </p:sp>
      <p:sp>
        <p:nvSpPr>
          <p:cNvPr id="3" name="Bullets 3"/>
          <p:cNvSpPr txBox="1"/>
          <p:nvPr/>
        </p:nvSpPr>
        <p:spPr>
          <a:xfrm>
            <a:off x="822960" y="1371600"/>
            <a:ext cx="10543032" cy="2743200"/>
          </a:xfrm>
          <a:prstGeom prst="rect">
            <a:avLst/>
          </a:prstGeom>
        </p:spPr>
        <p:txBody>
          <a:bodyPr wrap="square" rtlCol="0"/>
          <a:lstStyle/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冗余率：人工 ___%　｜　自带 ___%　｜　模型 A ___%　｜　模型 B ___%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大模型组的重复最明显：经常把同一种情况反复写好几遍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人工组重复少，但容易漏掉边界情况（比如负数、空集合）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两边正好互补：大模型覆盖面广但重复多，人工写得精但覆盖窄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结论：想省时间就用大模型打底，再人工补边界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320040"/>
            <a:ext cx="10543032" cy="8229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1F3864"/>
                </a:solidFill>
              </a:rPr>
              <a:t xml:space="preserve">结论与不足</a:t>
            </a:r>
          </a:p>
        </p:txBody>
      </p:sp>
      <p:sp>
        <p:nvSpPr>
          <p:cNvPr id="3" name="Bullets 3"/>
          <p:cNvSpPr txBox="1"/>
          <p:nvPr/>
        </p:nvSpPr>
        <p:spPr>
          <a:xfrm>
            <a:off x="822960" y="1371600"/>
            <a:ext cx="10543032" cy="3291840"/>
          </a:xfrm>
          <a:prstGeom prst="rect">
            <a:avLst/>
          </a:prstGeom>
        </p:spPr>
        <p:txBody>
          <a:bodyPr wrap="square" rtlCol="0"/>
          <a:lstStyle/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大模型能明显提高效率，一个下午能写完人工要好几天的工作量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但大模型写的测试重复多、断言浅，还有可能编错代码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人工写的测试质量高、针对性强，但成本高、覆盖率往往不够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不足一：只做了 20 个案例，样本不大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不足二：这些代码在网上公开，大模型训练时可能见过，没法完全排除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以后可以做：加大案例数量，让大模型多轮修改后再统计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320040"/>
            <a:ext cx="10543032" cy="8229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1F3864"/>
                </a:solidFill>
              </a:rPr>
              <a:t xml:space="preserve">分工与答辩</a:t>
            </a:r>
          </a:p>
        </p:txBody>
      </p:sp>
      <p:sp>
        <p:nvSpPr>
          <p:cNvPr id="3" name="Bullets 3"/>
          <p:cNvSpPr txBox="1"/>
          <p:nvPr/>
        </p:nvSpPr>
        <p:spPr>
          <a:xfrm>
            <a:off x="822960" y="1371600"/>
            <a:ext cx="10543032" cy="2743200"/>
          </a:xfrm>
          <a:prstGeom prst="rect">
            <a:avLst/>
          </a:prstGeom>
        </p:spPr>
        <p:txBody>
          <a:bodyPr wrap="square" rtlCol="0"/>
          <a:lstStyle/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8 个人一人一件事：组长、环境、数据、案例、人工 A、人工 B、大模型、调研+PPT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前三天出成绩：周一环境跑通，周三 60 个测试类写完，周四数据出来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后一周写报告和 PPT，中间预留两次预答辩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每个交付物只有一个负责人，谁做了什么看 git 提交记录</a:t>
            </a:r>
          </a:p>
          <a:p>
            <a:pPr marL="228600" indent="-228600">
              <a:lnSpc>
                <a:spcPct val="12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rgbClr val="1F3864"/>
                </a:solidFill>
              </a:rPr>
              <a:t xml:space="preserve">答辩分工：调研、环境、数据、人工测试各由负责的同学自己讲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dsh-office-tools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>
  <dc:title>Presentation</dc:title>
</cp:coreProperties>
</file>